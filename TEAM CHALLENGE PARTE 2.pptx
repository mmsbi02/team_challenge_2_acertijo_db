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Nunito" charset="1" panose="00000000000000000000"/>
      <p:regular r:id="rId7"/>
    </p:embeddedFont>
    <p:embeddedFont>
      <p:font typeface="Nunito Bold" charset="1" panose="0000000000000000000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26919" y="8293701"/>
            <a:ext cx="21986703" cy="259045"/>
            <a:chOff x="0" y="0"/>
            <a:chExt cx="5790737" cy="682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90736" cy="68226"/>
            </a:xfrm>
            <a:custGeom>
              <a:avLst/>
              <a:gdLst/>
              <a:ahLst/>
              <a:cxnLst/>
              <a:rect r="r" b="b" t="t" l="l"/>
              <a:pathLst>
                <a:path h="68226" w="5790736">
                  <a:moveTo>
                    <a:pt x="0" y="0"/>
                  </a:moveTo>
                  <a:lnTo>
                    <a:pt x="5790736" y="0"/>
                  </a:lnTo>
                  <a:lnTo>
                    <a:pt x="5790736" y="68226"/>
                  </a:lnTo>
                  <a:lnTo>
                    <a:pt x="0" y="68226"/>
                  </a:lnTo>
                  <a:close/>
                </a:path>
              </a:pathLst>
            </a:custGeom>
            <a:solidFill>
              <a:srgbClr val="33B2E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790737" cy="1158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822705" y="1719612"/>
            <a:ext cx="12646372" cy="6272199"/>
          </a:xfrm>
          <a:custGeom>
            <a:avLst/>
            <a:gdLst/>
            <a:ahLst/>
            <a:cxnLst/>
            <a:rect r="r" b="b" t="t" l="l"/>
            <a:pathLst>
              <a:path h="6272199" w="12646372">
                <a:moveTo>
                  <a:pt x="0" y="0"/>
                </a:moveTo>
                <a:lnTo>
                  <a:pt x="12646372" y="0"/>
                </a:lnTo>
                <a:lnTo>
                  <a:pt x="12646372" y="6272199"/>
                </a:lnTo>
                <a:lnTo>
                  <a:pt x="0" y="62721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951" r="0" b="-5951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32364" y="8705600"/>
            <a:ext cx="5651124" cy="1411108"/>
            <a:chOff x="0" y="0"/>
            <a:chExt cx="7534833" cy="1881477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702705"/>
              <a:ext cx="7534833" cy="11787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256490"/>
                  </a:solidFill>
                  <a:latin typeface="Nunito"/>
                  <a:ea typeface="Nunito"/>
                  <a:cs typeface="Nunito"/>
                  <a:sym typeface="Nunito"/>
                </a:rPr>
                <a:t>Blanca Garcia, Eric Calvo, Fran Rubio, Marcos Martínez, Iván Gómez 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7534833" cy="5691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true">
                  <a:solidFill>
                    <a:srgbClr val="256490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Presentado por: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32364" y="325573"/>
            <a:ext cx="8566879" cy="1092149"/>
            <a:chOff x="0" y="0"/>
            <a:chExt cx="11422505" cy="1456198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47625"/>
              <a:ext cx="11422505" cy="5691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true">
                  <a:solidFill>
                    <a:srgbClr val="256490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TEAM CHALLENGE PARTE 2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887027"/>
              <a:ext cx="11422505" cy="5691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256490"/>
                  </a:solidFill>
                  <a:latin typeface="Nunito"/>
                  <a:ea typeface="Nunito"/>
                  <a:cs typeface="Nunito"/>
                  <a:sym typeface="Nunito"/>
                </a:rPr>
                <a:t>PROBLEMA DE NEGOCIO: CONTROL DE SUMINISTROS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DAG6WxkdEvA</dc:identifier>
  <dcterms:modified xsi:type="dcterms:W3CDTF">2011-08-01T06:04:30Z</dcterms:modified>
  <cp:revision>1</cp:revision>
  <dc:title>TEAM CHALLENGE PARTE 2</dc:title>
</cp:coreProperties>
</file>